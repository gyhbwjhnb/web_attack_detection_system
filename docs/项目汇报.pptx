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BFA5"/>
                </a:solidFill>
                <a:latin typeface="Microsoft YaHei"/>
              </a:defRPr>
            </a:pPr>
            <a:r>
              <a:t>网络攻击检测系统 (NIDS)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560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Microsoft YaHei"/>
              </a:defRPr>
            </a:pPr>
            <a:r>
              <a:t>基于特征匹配 + 异常行为分析的双引擎入侵检测系统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34747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Microsoft YaHei"/>
              </a:defRPr>
            </a:pPr>
            <a:r>
              <a:t>版本 v2.0  |  2026年7月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297680"/>
            <a:ext cx="3931920" cy="27432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Python 3  |  tkinter GUI  |  10 个检测器插件  |  双引擎并行  |  规则热加载  |  智能评分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FA5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FA5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417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项目背景与目标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7451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FA5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92023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系统架构设计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3774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FA5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423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模块详细设计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880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FA5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926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检测能力总览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3832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FA5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429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智能增强特性 v2.0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886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FA5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可扩展性设计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389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FA5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434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GUI 功能展示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892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FA5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937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测试与部署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3949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FA5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5440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与 Snort3 对比分析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897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FA5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后续规划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FA5"/>
                </a:solidFill>
                <a:latin typeface="Microsoft YaHei"/>
              </a:defRPr>
            </a:pPr>
            <a:r>
              <a:t>项目背景与目标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303520" cy="50292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800" b="1">
                <a:solidFill>
                  <a:srgbClr val="00BFA5"/>
                </a:solidFill>
                <a:latin typeface="Microsoft YaHei"/>
              </a:defRPr>
            </a:pPr>
            <a:r>
              <a:t>🎯 项目背景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网络攻击日益复杂化、自动化，传统防火墙无法应对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Snort/Suricata 功能强大但配置复杂，学习曲线陡峭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现有 NIDS 缺乏行为基线学习和智能告警增强能力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教学场景需要可演示、可定制、可扩展的检测平台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需要 Python 原生方案，降低部署和维护成本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0" y="1188720"/>
            <a:ext cx="5303520" cy="50292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800" b="1">
                <a:solidFill>
                  <a:srgbClr val="00BFA5"/>
                </a:solidFill>
                <a:latin typeface="Microsoft YaHei"/>
              </a:defRPr>
            </a:pPr>
            <a:r>
              <a:t>🚀 设计目标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双引擎检测：特征匹配 + 异常行为分析并行工作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插件化架构：新增检测器仅需 3 步，不动核心代码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零依赖 GUI：使用 Python 内置 tkinter 无需额外安装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规则热加载：拖放 JSON 文件到目录即生效，无需重启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智能增强：置信度评分 + 时段检测 + 自学习误报抑制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离线可用：支持 PCAP 回放和模拟数据，无需 Npcap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FA5"/>
                </a:solidFill>
                <a:latin typeface="Microsoft YaHei"/>
              </a:defRPr>
            </a:pPr>
            <a:r>
              <a:t>系统架构设计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BFA5"/>
                </a:solidFill>
                <a:latin typeface="Microsoft YaHei"/>
              </a:defRPr>
            </a:pPr>
            <a:r>
              <a:t>┌─────────── MessageBus(事件总线) ───────────┐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560320" cy="41148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800" b="1">
                <a:solidFill>
                  <a:srgbClr val="00BFA5"/>
                </a:solidFill>
                <a:latin typeface="Microsoft YaHei"/>
              </a:defRPr>
            </a:pPr>
            <a:r>
              <a:t>📡 模块1: Capture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三种数据源: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  在线网卡抓包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  离线 PCAP 回放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  内存模拟注入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协议解析: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  HTTP/DNS/TLS/ICMP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  ARP/SMB 逐层解析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输出统一 TrafficRecord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828800"/>
            <a:ext cx="2560320" cy="41148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800" b="1">
                <a:solidFill>
                  <a:srgbClr val="00BFA5"/>
                </a:solidFill>
                <a:latin typeface="Microsoft YaHei"/>
              </a:defRPr>
            </a:pPr>
            <a:r>
              <a:t>🔍 模块2: 特征匹配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Aho-Corasick 多模式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  匹配（单次扫描）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URL 解码对抗绕过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三级过滤: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  协议 → 端口 → 正则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暴力破解频次统计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告警去重（窗口期）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规则热加载监听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828800"/>
            <a:ext cx="2560320" cy="41148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800" b="1">
                <a:solidFill>
                  <a:srgbClr val="00BFA5"/>
                </a:solidFill>
                <a:latin typeface="Microsoft YaHei"/>
              </a:defRPr>
            </a:pPr>
            <a:r>
              <a:t>🧠 模块3: 异常检测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EMA 自适应行为基线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10 个检测器插件: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  端口扫描/暴力破解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  DDoS/异常外联/横向扩散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  带宽异常/行为突变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  时段检测/置信度评分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  自学习误报抑制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攻击链构建</a:t>
            </a:r>
          </a:p>
        </p:txBody>
      </p:sp>
      <p:sp>
        <p:nvSpPr>
          <p:cNvPr id="7" name="Rectangle 6"/>
          <p:cNvSpPr/>
          <p:nvPr/>
        </p:nvSpPr>
        <p:spPr>
          <a:xfrm>
            <a:off x="9509760" y="1828800"/>
            <a:ext cx="2286000" cy="41148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800" b="1">
                <a:solidFill>
                  <a:srgbClr val="00BFA5"/>
                </a:solidFill>
                <a:latin typeface="Microsoft YaHei"/>
              </a:defRPr>
            </a:pPr>
            <a:r>
              <a:t>🖥️ 模块4: GUI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实时告警展示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流量监控（按协议着色）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三维组合筛选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统计面板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HTML/CSV/TXT 导出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白名单管理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6 标签页帮助系统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FA5"/>
                </a:solidFill>
                <a:latin typeface="Microsoft YaHei"/>
              </a:defRPr>
            </a:pPr>
            <a:r>
              <a:t>数据流与通信机制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303520" cy="201168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800" b="1">
                <a:solidFill>
                  <a:srgbClr val="00BFA5"/>
                </a:solidFill>
                <a:latin typeface="Microsoft YaHei"/>
              </a:defRPr>
            </a:pPr>
            <a:r>
              <a:t>📨 MessageBus 6 个标准事件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traffic_record  →  模块1发布，模块2/3/4订阅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signature_alert →  模块2发布特征匹配告警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anomaly_alert   →  模块3发布异常检测告警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attack_chain    →  模块3发布 Kill Chain 事件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statistics      →  模块3发布统计摘要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config_change   →  模块4发布配置变更通知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0" y="1188720"/>
            <a:ext cx="5303520" cy="201168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800" b="1">
                <a:solidFill>
                  <a:srgbClr val="00BFA5"/>
                </a:solidFill>
                <a:latin typeface="Microsoft YaHei"/>
              </a:defRPr>
            </a:pPr>
            <a:r>
              <a:t>⚙️ 处理流水线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1. 模块1: 抓包 → parse_packet() → TrafficRecord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2. publish(traffic_record) → 模块2 + 模块3 并行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3. 模块2: 三级过滤 → 模块1 中的 Aho-Corasick → Alert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4. 模块3: 10 个检测器遍历 → 后处理 → Alert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5. publish(signature_alert / anomaly_alert) → GUI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657600"/>
            <a:ext cx="11064240" cy="27432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800" b="1">
                <a:solidFill>
                  <a:srgbClr val="00BFA5"/>
                </a:solidFill>
                <a:latin typeface="Microsoft YaHei"/>
              </a:defRPr>
            </a:pPr>
            <a:r>
              <a:t>💡 关键设计决策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模块间完全解耦：无 import 依赖，仅通过 MessageBus 通信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并行处理：模块2(特征匹配)和模块3(异常检测)同时运行，无先后依赖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优先级排序：检测器按 priority 字段升序执行，后处理阶段 (80-90) 在最末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线程安全：所有检测器共享 self._lock，通过 set_context() 注入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路径无关性：相对路径自动解析为项目根目录（signature_engine._project_root）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FA5"/>
                </a:solidFill>
                <a:latin typeface="Microsoft YaHei"/>
              </a:defRPr>
            </a:pPr>
            <a:r>
              <a:t>检测能力总览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303520" cy="50292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800" b="1">
                <a:solidFill>
                  <a:srgbClr val="00BFA5"/>
                </a:solidFill>
                <a:latin typeface="Microsoft YaHei"/>
              </a:defRPr>
            </a:pPr>
            <a:r>
              <a:t>🛡️ 特征匹配检测 (20+ 类攻击)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SQL注入: UNION SELECT / 报错注入 / 盲注 / 堆叠查询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XSS: &lt;script&gt; 反射 / img onerror / DOM 注入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命令注入: 管道符 / 反引号 / $(...) 执行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文件包含: LFI (/etc/passwd) / RFI (远程URL)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WebShell: ASP 执行 / PHP eval / JSP Runtime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后门: 一句话木马 / Cobalt Strike Beacon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协议: DNS隧道 / Shadowsocks / 反弹Shell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信息泄露: .env / phpinfo / .git 暴露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CVE: CVE-2021-44228 Log4j 通用模式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0" y="1188720"/>
            <a:ext cx="5303520" cy="50292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800" b="1">
                <a:solidFill>
                  <a:srgbClr val="00BFA5"/>
                </a:solidFill>
                <a:latin typeface="Microsoft YaHei"/>
              </a:defRPr>
            </a:pPr>
            <a:r>
              <a:t>📊 异常行为检测 (10 个插件)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端口扫描:  单IP → 多端口  → 超过阈值 → 告警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暴力破解:  短时间  → 密集连接敏感端口 → 加分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异常外联:  内网 → 陌生外网IP + 非标准端口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SYN Flood:  SYN包密度偏离基线 → DDoS 判定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带宽异常:  流量突发 &gt; 基线 × 3.0 → 告警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横向扩散:  1个IP → 多个内网主机 + 跨子网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行为突变:  4维度(连接数/对端/端口/SYN比)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时段检测:  24h EMA 基线，凌晨异常自动提权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FA5"/>
                </a:solidFill>
                <a:latin typeface="Microsoft YaHei"/>
              </a:defRPr>
            </a:pPr>
            <a:r>
              <a:t>智能增强特性 v2.0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3566160" cy="50292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800" b="1">
                <a:solidFill>
                  <a:srgbClr val="00BFA5"/>
                </a:solidFill>
                <a:latin typeface="Microsoft YaHei"/>
              </a:defRPr>
            </a:pPr>
            <a:r>
              <a:t>📈 S6: 置信度评分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动态计算 0.0 - 1.0 置信分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7 种攻击类型各有公式: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port_scan: 端口数×0.01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brute_force: 密度 + 端口加分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syn_flood: SYN/基线 ×0.05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outbound: 端口恶意加分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lateral: 主机数×0.03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bandwidth: 偏离倍数×0.2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behavior: 最大偏离×0.2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后处理阶段 priority=85</a:t>
            </a:r>
          </a:p>
        </p:txBody>
      </p:sp>
      <p:sp>
        <p:nvSpPr>
          <p:cNvPr id="4" name="Rectangle 3"/>
          <p:cNvSpPr/>
          <p:nvPr/>
        </p:nvSpPr>
        <p:spPr>
          <a:xfrm>
            <a:off x="4663440" y="1188720"/>
            <a:ext cx="3566160" cy="50292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800" b="1">
                <a:solidFill>
                  <a:srgbClr val="00BFA5"/>
                </a:solidFill>
                <a:latin typeface="Microsoft YaHei"/>
              </a:defRPr>
            </a:pPr>
            <a:r>
              <a:t>🕐 S7: 时段检测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每主机维护 24h EMA 基线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均值 + 2σ 触发告警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仅凌晨 0:00-6:00 生效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置信度自动提升: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  2σ → +0.15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  5σ → +0.25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告警标记: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  "[夜间异常时段(03:00)]"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学习数小时自动稳定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8595360" y="1188720"/>
            <a:ext cx="3566160" cy="50292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800" b="1">
                <a:solidFill>
                  <a:srgbClr val="00BFA5"/>
                </a:solidFill>
                <a:latin typeface="Microsoft YaHei"/>
              </a:defRPr>
            </a:pPr>
            <a:r>
              <a:t>🎓 S8: 误报抑制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用户右键标记"误报"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提取签名: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  src_ip|attack_type|dst_port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持久化到 JSON 文件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累计 2 次标记 → 自动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  后续同模式 -0.35 置信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重启后自动加载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越用越精准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FA5"/>
                </a:solidFill>
                <a:latin typeface="Microsoft YaHei"/>
              </a:defRPr>
            </a:pPr>
            <a:r>
              <a:t>可扩展性设计 — IDetector 插件接口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6400800" cy="50292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800" b="1">
                <a:solidFill>
                  <a:srgbClr val="00BFA5"/>
                </a:solidFill>
                <a:latin typeface="Microsoft YaHei"/>
              </a:defRPr>
            </a:pPr>
            <a:r>
              <a:t>🔌 IDetector 抽象基类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name: str          — 唯一标识（下划线命名）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category: str      — 分类标签（scan/brute/exfil 等）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priority: int      — 执行顺序（10-50主检测 / 80-90后处理）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enabled: bool      — 开关（默认 True）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必须实现: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  process(record, now) → List[Alert]   核心检测方法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可选实现: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  post_process_batch(alerts) → List[Alert]  后处理阶段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引擎自动注入: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  self._hosts / self._baselines / self._config / self._lock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  self._count_recent() / self._make_alert()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1188720"/>
            <a:ext cx="4297680" cy="2286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800" b="1">
                <a:solidFill>
                  <a:srgbClr val="00BFA5"/>
                </a:solidFill>
                <a:latin typeface="Microsoft YaHei"/>
              </a:defRPr>
            </a:pPr>
            <a:r>
              <a:t>📝 新增检测器 3 步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Step 1: detectors/ 下新建 .py 文件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Step 2: class MyDetector(IDetector):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           name = "my_detector"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           def process(self, r, t): ...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Step 3: __init__.py ← 加一行 MyDetector()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✓ 不改 anomaly_engine.py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✓ 自动注入上下文，按 priority 排序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79" y="3840480"/>
            <a:ext cx="4297680" cy="2286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800" b="1">
                <a:solidFill>
                  <a:srgbClr val="00BFA5"/>
                </a:solidFill>
                <a:latin typeface="Microsoft YaHei"/>
              </a:defRPr>
            </a:pPr>
            <a:r>
              <a:t>🔄 规则热加载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data/rules/ 目录下任意 .json 文件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后台线程 3 秒轮询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文件变化 → 自动 reload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控制台输出确认信息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GUI → 导入规则按钮 → 一键导入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帮助 → 自定义规则 → 格式参考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FA5"/>
                </a:solidFill>
                <a:latin typeface="Microsoft YaHei"/>
              </a:defRPr>
            </a:pPr>
            <a:r>
              <a:t>GUI 功能展示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A5"/>
                </a:solidFill>
                <a:latin typeface="Microsoft YaHei"/>
              </a:defRPr>
            </a:pPr>
            <a:r>
              <a:t>告警列表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实时展示，按严重度5级着色（蓝→红）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A5"/>
                </a:solidFill>
                <a:latin typeface="Microsoft YaHei"/>
              </a:defRPr>
            </a:pPr>
            <a:r>
              <a:t>流量列表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011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正常流量监控，按协议4色标记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A5"/>
                </a:solidFill>
                <a:latin typeface="Microsoft YaHei"/>
              </a:defRPr>
            </a:pPr>
            <a:r>
              <a:t>筛选栏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834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IP/协议/端口三维组合筛选，下拉建议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A5"/>
                </a:solidFill>
                <a:latin typeface="Microsoft YaHei"/>
              </a:defRPr>
            </a:pPr>
            <a:r>
              <a:t>统计面板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657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总数/攻击类型分布/严重度分布/攻击链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A5"/>
                </a:solidFill>
                <a:latin typeface="Microsoft YaHei"/>
              </a:defRPr>
            </a:pPr>
            <a:r>
              <a:t>置信度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480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每条告警动态 0.00-1.00 评分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03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A5"/>
                </a:solidFill>
                <a:latin typeface="Microsoft YaHei"/>
              </a:defRPr>
            </a:pPr>
            <a:r>
              <a:t>右键菜单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5303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标记状态（待处理/已确认/误报）+ 备注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188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A5"/>
                </a:solidFill>
                <a:latin typeface="Microsoft YaHei"/>
              </a:defRPr>
            </a:pPr>
            <a:r>
              <a:t>白名单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GUI 即时添加，引擎自动静默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A5"/>
                </a:solidFill>
                <a:latin typeface="Microsoft YaHei"/>
              </a:defRPr>
            </a:pPr>
            <a:r>
              <a:t>导出报告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HTML(含分布图)/CSV/TXT 三种格式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A5"/>
                </a:solidFill>
                <a:latin typeface="Microsoft YaHei"/>
              </a:defRPr>
            </a:pPr>
            <a:r>
              <a:t>流量下载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2834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双击流量行 → 原始载荷 .bin/.json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657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A5"/>
                </a:solidFill>
                <a:latin typeface="Microsoft YaHei"/>
              </a:defRPr>
            </a:pPr>
            <a:r>
              <a:t>导入规则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工具栏按钮 + 菜单双入口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480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A5"/>
                </a:solidFill>
                <a:latin typeface="Microsoft YaHei"/>
              </a:defRPr>
            </a:pPr>
            <a:r>
              <a:t>帮助系统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6 标签页（快速开始/界面/筛选/白名单/导出/规则）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5303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A5"/>
                </a:solidFill>
                <a:latin typeface="Microsoft YaHei"/>
              </a:defRPr>
            </a:pPr>
            <a:r>
              <a:t>状态栏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5303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运行时间 + 最近事件提示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FA5"/>
                </a:solidFill>
                <a:latin typeface="Microsoft YaHei"/>
              </a:defRPr>
            </a:pPr>
            <a:r>
              <a:t>与 Snort3 对比分析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303520" cy="50292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800" b="1">
                <a:solidFill>
                  <a:srgbClr val="00BFA5"/>
                </a:solidFill>
                <a:latin typeface="Microsoft YaHei"/>
              </a:defRPr>
            </a:pPr>
            <a:r>
              <a:t>⚡ Snort3 的优势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语言: C++，性能极高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数据面: DPDK 零拷贝包处理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规则语法: 自有 DSL，生态成熟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规则库: 数万条社区维护规则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集成: 可嵌入 Suricata/Barnyard2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生产级: 经 20+ 年大规模验证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0" y="1188720"/>
            <a:ext cx="5303520" cy="50292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800" b="1">
                <a:solidFill>
                  <a:srgbClr val="00BFA5"/>
                </a:solidFill>
                <a:latin typeface="Microsoft YaHei"/>
              </a:defRPr>
            </a:pPr>
            <a:r>
              <a:t>⭐ 本项目的优势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异常检测: EMA 行为基线 + 10 个插件检测器（Snort3 无）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智能评分: 置信度 + 时段感知 + 自学习抑制（Snort3 无）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攻击链: 基于 Kill Chain 的阶段映射（Snort3 无）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GUI: 完整 tkinter GUI 内置（Snort3 无自带 GUI）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热加载: 目录监控 3s 自动生效（Snort3 需 kill -HUP）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白名单: GUI 即时操作（Snort3 需修改规则重载）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报告: HTML + CSV + TXT 一键导出（Snort3 需 ELK 等）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门槛: Python 脚本即改即生效（Snort3 需编译）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FA5"/>
                </a:solidFill>
                <a:latin typeface="Microsoft YaHei"/>
              </a:defRPr>
            </a:pPr>
            <a:r>
              <a:t>项目规模与测试体系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303520" cy="2286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800" b="1">
                <a:solidFill>
                  <a:srgbClr val="00BFA5"/>
                </a:solidFill>
                <a:latin typeface="Microsoft YaHei"/>
              </a:defRPr>
            </a:pPr>
            <a:r>
              <a:t>📦 代码规模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总计 38 个文件，约 9,800 行 Python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common/        6 文件  1,200 行  公共基础设施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module1/       4 文件    800 行  抓包引擎+协议解析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module2/       3 文件    900 行  特征匹配+热加载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module3/      11 文件  2,200 行  异常检测(含10插件)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module4/       1 文件  1,750 行  GUI 主窗口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tests/         7 文件  1,500 行  单元+集成+演示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0" y="1188720"/>
            <a:ext cx="5303520" cy="2286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800" b="1">
                <a:solidFill>
                  <a:srgbClr val="00BFA5"/>
                </a:solidFill>
                <a:latin typeface="Microsoft YaHei"/>
              </a:defRPr>
            </a:pPr>
            <a:r>
              <a:t>🧪 测试覆盖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test_module1.py   模块1 单元测试（Scapy 包构造验证）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test_module2.py   模块2 单元测试（Aho-Corasick + 规则）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test_module3.py   模块3 单元测试（10个检测器）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quick_test.py     快速集成测试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live_demo.py      实机演示（模拟攻击 → GUI）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check_env.py      环境检查（scapy+Npcap 状态）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test_intelligence  S6/S7/S8 智能特性六场景验证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840480"/>
            <a:ext cx="11064240" cy="25603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800" b="1">
                <a:solidFill>
                  <a:srgbClr val="00BFA5"/>
                </a:solidFill>
                <a:latin typeface="Microsoft YaHei"/>
              </a:defRPr>
            </a:pPr>
            <a:r>
              <a:t>🚀 部署方式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方式A: 双击一键启动.bat → 菜单选择 GUI/抓包/演示/测试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方式B: 双击 dist/NetworkAttackDetector.exe → 独立exe，无需Python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方式C: python main.py                        → GUI 普通模式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方式D: python main.py --auto                 → 自动检测（需Npcap+管理员）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方式E: python main.py --pcap file.pcap --auto → 离线PCAP分析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方式F: python tests/live_demo.py             → 模拟演示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方式G: python test_intelligence.py           → 智能特性测试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FA5"/>
                </a:solidFill>
                <a:latin typeface="Microsoft YaHei"/>
              </a:defRPr>
            </a:pPr>
            <a:r>
              <a:t>后续改进方向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3566160" cy="2286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800" b="1">
                <a:solidFill>
                  <a:srgbClr val="00BFA5"/>
                </a:solidFill>
                <a:latin typeface="Microsoft YaHei"/>
              </a:defRPr>
            </a:pPr>
            <a:r>
              <a:t>📋 短期 (低成本高回报)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告警关联聚合: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  同一IP多类型告警 →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  Kill Chain 阶段推断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C2 Beacon 检测: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  连接间隔周期性分析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配置档案切换: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  home/office/dmz 多套</a:t>
            </a:r>
          </a:p>
        </p:txBody>
      </p:sp>
      <p:sp>
        <p:nvSpPr>
          <p:cNvPr id="4" name="Rectangle 3"/>
          <p:cNvSpPr/>
          <p:nvPr/>
        </p:nvSpPr>
        <p:spPr>
          <a:xfrm>
            <a:off x="4663440" y="1188720"/>
            <a:ext cx="3566160" cy="2286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800" b="1">
                <a:solidFill>
                  <a:srgbClr val="00BFA5"/>
                </a:solidFill>
                <a:latin typeface="Microsoft YaHei"/>
              </a:defRPr>
            </a:pPr>
            <a:r>
              <a:t>🔧 中期 (架构增强)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告警输出插件化: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  IAlertSink → Syslog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  /Email/Webhook/ES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数据源插件化: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  IDataSource →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  PCAPNG/Kafka/Zeek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自动化响应: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  Windows防火墙封禁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  TCP RST 断开连接</a:t>
            </a:r>
          </a:p>
        </p:txBody>
      </p:sp>
      <p:sp>
        <p:nvSpPr>
          <p:cNvPr id="5" name="Rectangle 4"/>
          <p:cNvSpPr/>
          <p:nvPr/>
        </p:nvSpPr>
        <p:spPr>
          <a:xfrm>
            <a:off x="8595360" y="1188720"/>
            <a:ext cx="3566160" cy="2286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800" b="1">
                <a:solidFill>
                  <a:srgbClr val="00BFA5"/>
                </a:solidFill>
                <a:latin typeface="Microsoft YaHei"/>
              </a:defRPr>
            </a:pPr>
            <a:r>
              <a:t>🔮 长期 (技术演进)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机器学习引擎: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  模块5 → Isolation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  Forest / Autoencoder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  无监督异常检测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Web Dashboard: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  Flask + ECharts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  浏览器远程监控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分布式部署: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  Sensor + 汇聚中心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  Kafka 消息队列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840480"/>
            <a:ext cx="11064240" cy="25603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800" b="1">
                <a:solidFill>
                  <a:srgbClr val="00BFA5"/>
                </a:solidFill>
                <a:latin typeface="Microsoft YaHei"/>
              </a:defRPr>
            </a:pPr>
            <a:r>
              <a:t>🆕 建议新增的 5 个检测器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1. C2 Beacon Detector      周期性心跳检测 → 识别 Cobalt Strike/Metasploit 等 C2 框架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2. Payload Entropy Detector 载荷香农熵 &gt;7.5 → 检测非标准端口加密恶意流量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3. DNS Tunnel Detector      超长/高频 DNS 查询 → 检测 DNS 隧道数据外泄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4. Alert Correlator         60s 窗口告警关联 → 碎片告警聚合为 Kill Chain 事件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5. Protocol Masquerade      端口与协议不一致检测 → HTTP 跑非80端口 / TLS伪装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BFA5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017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CCCCC"/>
                </a:solidFill>
                <a:latin typeface="Microsoft YaHei"/>
              </a:defRPr>
            </a:pPr>
            <a:r>
              <a:t>网络攻击检测系统 (NIDS) v2.0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931920"/>
            <a:ext cx="3931920" cy="27432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双引擎检测  |  10 个插件  |  智能评分  |  规则热加载  |  纯 Python 实现</a:t>
            </a:r>
            <a:br/>
            <a:r>
              <a:t>开源项目: github.com/gyhbwjhnb/web_attack_detection_system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